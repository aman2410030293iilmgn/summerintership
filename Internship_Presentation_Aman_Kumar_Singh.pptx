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ilm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37360" y="5303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173736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6974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Fullstack Developer Virtual Internship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02920" y="4160520"/>
            <a:ext cx="11155680" cy="1965960"/>
          </a:xfrm>
          <a:prstGeom prst="rect">
            <a:avLst/>
          </a:prstGeom>
          <a:solidFill>
            <a:srgbClr val="2B357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44348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6908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Singh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0749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/ ROLL NUMBER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3309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2410030293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57150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BATCH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5971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|  Batch 2024–28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44348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46908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(AICTE – National Internship Portal)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50749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53309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57150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5971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4884a2efee8431031fee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EduSkills Academy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600200"/>
            <a:ext cx="3703320" cy="470916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65960"/>
            <a:ext cx="1143000" cy="1143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96596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290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Industry–Academia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8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60520" y="1938528"/>
            <a:ext cx="109728" cy="109728"/>
          </a:xfrm>
          <a:prstGeom prst="ellipse">
            <a:avLst/>
          </a:prstGeom>
          <a:solidFill>
            <a:srgbClr val="8E1B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7830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skilling and industry-academia collaboration initiative preparing a digitally skilled, Industry 4.0-ready workforce among Indian students.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0520" y="2871216"/>
            <a:ext cx="109728" cy="109728"/>
          </a:xfrm>
          <a:prstGeom prst="ellipse">
            <a:avLst/>
          </a:prstGeom>
          <a:solidFill>
            <a:srgbClr val="8E1B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271576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association with AICTE and the National Internship Portal, Ministry of Education, Government of India.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60520" y="3803904"/>
            <a:ext cx="109728" cy="109728"/>
          </a:xfrm>
          <a:prstGeom prst="ellipse">
            <a:avLst/>
          </a:prstGeom>
          <a:solidFill>
            <a:srgbClr val="8E1B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3648456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with academic institutions to deliver structured, certification-based virtual internship programs.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60520" y="4736592"/>
            <a:ext cx="109728" cy="109728"/>
          </a:xfrm>
          <a:prstGeom prst="ellipse">
            <a:avLst/>
          </a:prstGeom>
          <a:solidFill>
            <a:srgbClr val="8E1B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34840" y="4581144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emerging technology domains including full stack development, data analytics, cloud computing, and cybersecurity.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60520" y="5669280"/>
            <a:ext cx="109728" cy="109728"/>
          </a:xfrm>
          <a:prstGeom prst="ellipse">
            <a:avLst/>
          </a:prstGeom>
          <a:solidFill>
            <a:srgbClr val="8E1B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34840" y="551383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bridge the gap between classroom learning and real industry requirements.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Singh  |  Python Fullstack Developer Virtual Internship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 – 4.3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8-week Python Fullstack Developer Virtual Internship conducted by EduSkills Academy, in association with AICTE and the National Internship Portal — covering the complete journey from front-end design in HTML, CSS &amp; JavaScript, through core Python back-end development, to database integration and final deployment.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4884a2efee8431031fee  |  Grade: O (Outstanding)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116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graduate with only a fragmented understanding of either the front-end or the back-end of web development, rarely both — leaving them unprepared to build or maintain complete, end-to-end software solutions.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3657600"/>
            <a:ext cx="5394960" cy="169164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38404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addressed this by training interns to design and build full stack web applications — Python &amp; frameworks for the back-end, SQL for data, and REST APIs to connect front-end and back-end into one deployed application.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Singh  |  Python Fullstack Developer Virtual Internship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55648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fundamentals of full stack web development and the roles of front-end and back-end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755648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responsive, structured web pages using HTML5, CSS3, and JavaScript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55848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core and advanced Python programming for back-end development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355848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server-side logic using a Python web framework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56048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relational databases and perform CRUD operations using SQL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5029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4956048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consume, and deploy RESTful APIs to power a complete full stack application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Singh  |  Python Fullstack Developer Virtual Internship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4.5 – 4.6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Technologies Used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the complete lifecycle of a full stack web application — environment setup, front-end development, core Python programming, back-end framework development, database integration, and RESTful API design. Concluded with a capstone project: a fully built and deployed full stack web application.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21031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and JavaScript for responsive user interfaces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81635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281635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back-end application logic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52958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Framework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352958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 (Flask/Django) for routing &amp; views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424281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424281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relational database with CRUD operations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49560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Deployment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495604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APIs, Git version control, and cloud hosting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Singh  |  Python Fullstack Developer Virtual Internship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6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316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37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UI built with HTML5, CSS3 &amp; JavaScript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6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4366260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6626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337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794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back-end handles routing &amp; business logic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3774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6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00900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0090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337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794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stores data; CRUD operations performed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23774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6F7F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35540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355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3337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Layer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794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connect layers; app published to hosting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074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flow from user interface to deployed application, mirroring the internship’s Front-End → Python → Database → Deployment pipeline.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Singh  |  Python Fullstack Developer Virtual Internship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Week-wise Curriculum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2B35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Intro, Environment Setup &amp; HTML5/CSS3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82880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2B357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84448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Fundamentals, DOM &amp; Responsive Design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82880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2B35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7376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Programming &amp; OOP Concepts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07424" y="182880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2B35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90304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290304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 Basics: Routing &amp; Templates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2B357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206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SQL Integration (CRUD)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01568" y="365760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2B357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84448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584448" y="4206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Development &amp; Front-End Integration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54496" y="365760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2B357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37376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4206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Project: Full Stack Web Application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07424" y="365760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2B35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90304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W8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90304" y="4206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Deployment &amp; Best Practices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Singh  |  Python Fullstack Developer Virtual Internship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PROJECTS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&amp; Capstone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749040"/>
          </a:xfrm>
          <a:prstGeom prst="roundRect">
            <a:avLst>
              <a:gd name="adj" fmla="val 1818"/>
            </a:avLst>
          </a:prstGeom>
          <a:solidFill>
            <a:srgbClr val="F6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8E1B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Stack Web Application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web application integrating a responsive front-end with a Python-driven back-end and database.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520440" cy="3749040"/>
          </a:xfrm>
          <a:prstGeom prst="roundRect">
            <a:avLst>
              <a:gd name="adj" fmla="val 1818"/>
            </a:avLst>
          </a:prstGeom>
          <a:solidFill>
            <a:srgbClr val="F6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548640" cy="548640"/>
          </a:xfrm>
          <a:prstGeom prst="ellipse">
            <a:avLst/>
          </a:prstGeom>
          <a:solidFill>
            <a:srgbClr val="8E1B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260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Debugging &amp; APIs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84048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and tested RESTful API endpoints, validated data flow, and debugged front-end–back-end integration.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520440" cy="3749040"/>
          </a:xfrm>
          <a:prstGeom prst="roundRect">
            <a:avLst>
              <a:gd name="adj" fmla="val 1818"/>
            </a:avLst>
          </a:prstGeom>
          <a:solidFill>
            <a:srgbClr val="F6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148840"/>
            <a:ext cx="548640" cy="548640"/>
          </a:xfrm>
          <a:prstGeom prst="ellipse">
            <a:avLst/>
          </a:prstGeom>
          <a:solidFill>
            <a:srgbClr val="8E1B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260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Deployment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84048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application taken from design to a live deployed build, consolidating all eight weeks of skills.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Singh  |  Python Fullstack Developer Virtual Internship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105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independently design and build responsive front-end interfaces using HTML, CSS &amp; JavaScript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963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in core Python programming for back-end web development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1821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to build and manage server-side logic using a Python web framework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67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designing databases and performing SQL-based CRUD operations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537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 developing and consuming RESTful APIs for front-end–back-end communication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2395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 and deployed capstone full stack web application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Singh  |  Python Fullstack Developer Virtual Internship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COMPLETION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Certificate</a:t>
            </a:r>
            <a:endParaRPr lang="en-US" sz="2800" dirty="0"/>
          </a:p>
        </p:txBody>
      </p:sp>
      <p:pic>
        <p:nvPicPr>
          <p:cNvPr id="4" name="Image 0" descr="/home/claude/work/certhi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5779" y="1417320"/>
            <a:ext cx="3137393" cy="4434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4884a2efee8431031fee  |  Student ID: STU699aea9b39f0a1771760283  |  Grade: O (Outstanding)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2362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 Dr. Buddha Chandrasekhar (CCO, AICTE) &amp; Shubhajit Jagadev (CEO, EduSkills)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Singh  |  Python Fullstack Developer Virtual Internship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2026-09-26T14:39:10Z</dcterms:created>
  <dcterms:modified xsi:type="dcterms:W3CDTF">2026-09-26T14:39:10Z</dcterms:modified>
</cp:coreProperties>
</file>